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84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Veritus AI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rumor before you share it.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evidence-based fact-checking for WhatsApp in Urdu, Roman Urdu and English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Bug Beaters  ·  Ghunain  ·  Sharjeel  ·  Muheed  ·  Emaan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share first and check later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Veritus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365 surveyed Pakistani residents checked whether information was true before passing it 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42062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457200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WhatsApp is hard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92024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chats and groups: nobody sees or corrects a false forward.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same survey, WhatsApp was the most common place people met misinformation (32%).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Fact-checks exist, but they are slow and hard to find in the moment.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COVID-19 infodemic survey of 365 Pakistani residents, July 2020 (Esculapio journal, esculapio.pk). Small online sample.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it, share it, understand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Veritus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message on the web, select text in the browser, or share it straight from WhatsApp to the app.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Research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202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pull out the claim, search for evidence and weigh how good each source 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Understand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likely answer with a confidence range and sources, never a bare TRUE or FALSE.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Opinions, satire, religion and predictions are not judged. Not enough evidence is a valid answer.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three ways to use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Veritus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3644" y="1721512"/>
            <a:ext cx="1990578" cy="2987648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341142" y="127503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works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0127" y="1771927"/>
            <a:ext cx="1766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app: share from WhatsApp, scan a screenshot, Listen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extension: select text, right-click, Check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claim checker and Rumor Radar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 and one API contract for all of them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2BD391-F3D2-1985-1B83-56103B986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194314"/>
            <a:ext cx="6419273" cy="34219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Veritus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 stays yours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processed in memory only and is never stored or logged. No accounts: just a random install token.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lookup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check a local fingerprint first. The server only sees a 4-character prefix, never the exact message.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7315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without surveillance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fingerprints and salted hashes are kept, in memory. A claim shows only after 10 installs on 3 networks.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 txBox="1"/>
          <p:nvPr/>
        </p:nvSpPr>
        <p:spPr>
          <a:xfrm>
            <a:off x="48463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not content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sender, group or message text is kept. Screenshots are read on the phone.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resist abuse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Veritus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protections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limit: 20 checks per install per hour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2000-character cap and strict input checks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normalization for look-alike letters and Roman Urdu spellings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threshold: 10 installs on 3 networks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allow-list of trusted origins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02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range plus sources, never a bare TRUE or FALSE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Opinion, satire and faith are refused, with a reason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list: docs/THREAT_MODEL.md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82296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Veritus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cache and radar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fact-checkers publish official responses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script reading and more voice coverage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and Chrome Web Store release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48463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02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Ghunain: research agents, Android app, API contract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Sharjeel: API, security, privacy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Muheed: Chrome extension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Emaan: web app and docs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532</Words>
  <Application>Microsoft Office PowerPoint</Application>
  <PresentationFormat>On-screen Show (16:9)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 pitch</dc:title>
  <dc:subject>PptxGenJS Presentation</dc:subject>
  <dc:creator>PptxGenJS</dc:creator>
  <cp:lastModifiedBy>GHUNAIN  FAYAZ</cp:lastModifiedBy>
  <cp:revision>4</cp:revision>
  <dcterms:created xsi:type="dcterms:W3CDTF">2026-10-17T11:56:31Z</dcterms:created>
  <dcterms:modified xsi:type="dcterms:W3CDTF">2026-10-18T12:04:01Z</dcterms:modified>
</cp:coreProperties>
</file>